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Sales by region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95</c:v>
                </c:pt>
                <c:pt idx="2">
                  <c:v>140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150</c:v>
                </c:pt>
                <c:pt idx="1">
                  <c:v>100</c:v>
                </c:pt>
                <c:pt idx="2">
                  <c:v>165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Rent</c:v>
                </c:pt>
                <c:pt idx="1">
                  <c:v>Food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