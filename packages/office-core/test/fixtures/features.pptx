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65760"/>
            <a:ext cx="164592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3" name="Oval 2"/>
          <p:cNvSpPr/>
          <p:nvPr/>
        </p:nvSpPr>
        <p:spPr>
          <a:xfrm>
            <a:off x="2286000" y="365760"/>
            <a:ext cx="1645920" cy="1463040"/>
          </a:xfrm>
          <a:prstGeom prst="ellipse">
            <a:avLst/>
          </a:prstGeom>
          <a:gradFill>
            <a:gsLst>
              <a:gs pos="0">
                <a:srgbClr val="FF6B6B"/>
              </a:gs>
              <a:gs pos="100000">
                <a:srgbClr val="4D96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206240" y="365760"/>
            <a:ext cx="1645920" cy="1463040"/>
          </a:xfrm>
          <a:prstGeom prst="triangle">
            <a:avLst/>
          </a:prstGeom>
          <a:gradFill>
            <a:gsLst>
              <a:gs pos="0">
                <a:srgbClr val="FFFFFF"/>
              </a:gs>
              <a:gs pos="100000">
                <a:srgbClr val="2E7D32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5" name="Diamond 4"/>
          <p:cNvSpPr/>
          <p:nvPr/>
        </p:nvSpPr>
        <p:spPr>
          <a:xfrm>
            <a:off x="6126480" y="365760"/>
            <a:ext cx="1645920" cy="146304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8046720" y="365760"/>
            <a:ext cx="1645920" cy="1463040"/>
          </a:xfrm>
          <a:prstGeom prst="pentagon">
            <a:avLst/>
          </a:prstGeom>
          <a:gradFill>
            <a:gsLst>
              <a:gs pos="0">
                <a:srgbClr val="FF6B6B"/>
              </a:gs>
              <a:gs pos="100000">
                <a:srgbClr val="4D96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</a:t>
            </a:r>
          </a:p>
        </p:txBody>
      </p:sp>
      <p:sp>
        <p:nvSpPr>
          <p:cNvPr id="7" name="Hexagon 6"/>
          <p:cNvSpPr/>
          <p:nvPr/>
        </p:nvSpPr>
        <p:spPr>
          <a:xfrm>
            <a:off x="9966960" y="365760"/>
            <a:ext cx="1645920" cy="1463040"/>
          </a:xfrm>
          <a:prstGeom prst="hexagon">
            <a:avLst/>
          </a:prstGeom>
          <a:gradFill>
            <a:gsLst>
              <a:gs pos="0">
                <a:srgbClr val="FFFFFF"/>
              </a:gs>
              <a:gs pos="100000">
                <a:srgbClr val="2E7D32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468879"/>
            <a:ext cx="1645920" cy="14630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7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2468879"/>
            <a:ext cx="1645920" cy="1463040"/>
          </a:xfrm>
          <a:prstGeom prst="rightArrow">
            <a:avLst/>
          </a:prstGeom>
          <a:gradFill>
            <a:gsLst>
              <a:gs pos="0">
                <a:srgbClr val="FF6B6B"/>
              </a:gs>
              <a:gs pos="100000">
                <a:srgbClr val="4D96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4206240" y="2468879"/>
            <a:ext cx="1645920" cy="1463040"/>
          </a:xfrm>
          <a:prstGeom prst="star5">
            <a:avLst/>
          </a:prstGeom>
          <a:gradFill>
            <a:gsLst>
              <a:gs pos="0">
                <a:srgbClr val="FFFFFF"/>
              </a:gs>
              <a:gs pos="100000">
                <a:srgbClr val="2E7D32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9</a:t>
            </a:r>
          </a:p>
        </p:txBody>
      </p:sp>
      <p:sp>
        <p:nvSpPr>
          <p:cNvPr id="11" name="Donut 10"/>
          <p:cNvSpPr/>
          <p:nvPr/>
        </p:nvSpPr>
        <p:spPr>
          <a:xfrm>
            <a:off x="6126480" y="2468879"/>
            <a:ext cx="1645920" cy="146304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</a:t>
            </a:r>
          </a:p>
        </p:txBody>
      </p:sp>
      <p:sp>
        <p:nvSpPr>
          <p:cNvPr id="12" name="Cross 11"/>
          <p:cNvSpPr/>
          <p:nvPr/>
        </p:nvSpPr>
        <p:spPr>
          <a:xfrm>
            <a:off x="8046720" y="2468879"/>
            <a:ext cx="1645920" cy="1463040"/>
          </a:xfrm>
          <a:prstGeom prst="plus">
            <a:avLst/>
          </a:prstGeom>
          <a:gradFill>
            <a:gsLst>
              <a:gs pos="0">
                <a:srgbClr val="FF6B6B"/>
              </a:gs>
              <a:gs pos="100000">
                <a:srgbClr val="4D96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11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9966960" y="2468879"/>
            <a:ext cx="1645920" cy="1463040"/>
          </a:xfrm>
          <a:prstGeom prst="parallelogram">
            <a:avLst/>
          </a:prstGeom>
          <a:gradFill>
            <a:gsLst>
              <a:gs pos="0">
                <a:srgbClr val="FFFFFF"/>
              </a:gs>
              <a:gs pos="100000">
                <a:srgbClr val="2E7D32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12</a:t>
            </a:r>
          </a:p>
        </p:txBody>
      </p:sp>
      <p:sp>
        <p:nvSpPr>
          <p:cNvPr id="14" name="Trapezoid 13"/>
          <p:cNvSpPr/>
          <p:nvPr/>
        </p:nvSpPr>
        <p:spPr>
          <a:xfrm>
            <a:off x="365760" y="4572000"/>
            <a:ext cx="1645920" cy="1463040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13</a:t>
            </a:r>
          </a:p>
        </p:txBody>
      </p:sp>
      <p:sp>
        <p:nvSpPr>
          <p:cNvPr id="15" name="Octagon 14"/>
          <p:cNvSpPr/>
          <p:nvPr/>
        </p:nvSpPr>
        <p:spPr>
          <a:xfrm>
            <a:off x="2286000" y="4572000"/>
            <a:ext cx="1645920" cy="1463040"/>
          </a:xfrm>
          <a:prstGeom prst="octagon">
            <a:avLst/>
          </a:prstGeom>
          <a:gradFill>
            <a:gsLst>
              <a:gs pos="0">
                <a:srgbClr val="FF6B6B"/>
              </a:gs>
              <a:gs pos="100000">
                <a:srgbClr val="4D96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14</a:t>
            </a:r>
          </a:p>
        </p:txBody>
      </p:sp>
      <p:sp>
        <p:nvSpPr>
          <p:cNvPr id="16" name="Round Same Side Corner Rectangle 15"/>
          <p:cNvSpPr/>
          <p:nvPr/>
        </p:nvSpPr>
        <p:spPr>
          <a:xfrm>
            <a:off x="4206240" y="4572000"/>
            <a:ext cx="1645920" cy="1463040"/>
          </a:xfrm>
          <a:prstGeom prst="round2SameRect">
            <a:avLst/>
          </a:prstGeom>
          <a:gradFill>
            <a:gsLst>
              <a:gs pos="0">
                <a:srgbClr val="FFFFFF"/>
              </a:gs>
              <a:gs pos="100000">
                <a:srgbClr val="2E7D32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</a:t>
            </a:r>
          </a:p>
        </p:txBody>
      </p:sp>
      <p:sp>
        <p:nvSpPr>
          <p:cNvPr id="17" name="Snip Single Corner Rectangle 16"/>
          <p:cNvSpPr/>
          <p:nvPr/>
        </p:nvSpPr>
        <p:spPr>
          <a:xfrm>
            <a:off x="6126480" y="4572000"/>
            <a:ext cx="1645920" cy="1463040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16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8046720" y="4572000"/>
            <a:ext cx="1645920" cy="1463040"/>
          </a:xfrm>
          <a:prstGeom prst="wedgeRoundRectCallout">
            <a:avLst/>
          </a:prstGeom>
          <a:gradFill>
            <a:gsLst>
              <a:gs pos="0">
                <a:srgbClr val="FF6B6B"/>
              </a:gs>
              <a:gs pos="100000">
                <a:srgbClr val="4D96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17</a:t>
            </a:r>
          </a:p>
        </p:txBody>
      </p:sp>
      <p:sp>
        <p:nvSpPr>
          <p:cNvPr id="19" name="Frame 18"/>
          <p:cNvSpPr/>
          <p:nvPr/>
        </p:nvSpPr>
        <p:spPr>
          <a:xfrm>
            <a:off x="9966960" y="4572000"/>
            <a:ext cx="1645920" cy="1463040"/>
          </a:xfrm>
          <a:prstGeom prst="frame">
            <a:avLst/>
          </a:prstGeom>
          <a:gradFill>
            <a:gsLst>
              <a:gs pos="0">
                <a:srgbClr val="FFFFFF"/>
              </a:gs>
              <a:gs pos="100000">
                <a:srgbClr val="2E7D32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 rot="1800000">
            <a:off x="457200" y="457200"/>
            <a:ext cx="22860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3200400" y="457200"/>
            <a:ext cx="1371600" cy="1371600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457200"/>
            <a:ext cx="1828800" cy="1371600"/>
          </a:xfrm>
          <a:prstGeom prst="rect">
            <a:avLst/>
          </a:prstGeom>
          <a:solidFill>
            <a:srgbClr val="1565C0">
              <a:alpha val="4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914400"/>
            <a:ext cx="1828800" cy="1371600"/>
          </a:xfrm>
          <a:prstGeom prst="rect">
            <a:avLst/>
          </a:prstGeom>
          <a:solidFill>
            <a:srgbClr val="E53935">
              <a:alpha val="4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 rot="1200000">
            <a:off x="8229600" y="457200"/>
            <a:ext cx="2377440" cy="914400"/>
            <a:chOff x="8229600" y="457200"/>
            <a:chExt cx="2377440" cy="914400"/>
          </a:xfrm>
        </p:grpSpPr>
        <p:sp>
          <p:nvSpPr>
            <p:cNvPr id="7" name="Rectangle 6"/>
            <p:cNvSpPr/>
            <p:nvPr/>
          </p:nvSpPr>
          <p:spPr>
            <a:xfrm>
              <a:off x="8229600" y="457200"/>
              <a:ext cx="1371600" cy="7315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9692640" y="4572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457200" y="2743200"/>
            <a:ext cx="3200400" cy="731520"/>
          </a:xfrm>
          <a:prstGeom prst="line">
            <a:avLst/>
          </a:prstGeom>
          <a:ln w="38100">
            <a:tailEnd type="triangle"/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743200"/>
            <a:ext cx="2743200" cy="1097280"/>
          </a:xfrm>
          <a:prstGeom prst="bentConnector3">
            <a:avLst/>
          </a:prstGeom>
          <a:ln w="254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0" y="2286000"/>
            <a:ext cx="2743200" cy="18288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Normal </a:t>
            </a:r>
            <a:r>
              <a:rPr sz="2800" spc="600"/>
              <a:t>wide</a:t>
            </a:r>
            <a:r>
              <a:rPr sz="2800"/>
              <a:t> E=mc</a:t>
            </a:r>
            <a:r>
              <a:rPr sz="2800" baseline="30000"/>
              <a:t>2</a:t>
            </a:r>
            <a:r>
              <a:rPr sz="2800"/>
              <a:t> H</a:t>
            </a:r>
            <a:r>
              <a:rPr sz="2800" baseline="-25000"/>
              <a:t>2</a:t>
            </a:r>
            <a:r>
              <a:rPr sz="2800"/>
              <a:t>O </a:t>
            </a:r>
            <a:r>
              <a:rPr sz="2800">
                <a:highlight>
                  <a:srgbClr val="FFFF00"/>
                </a:highlight>
              </a:rPr>
              <a:t>highlight</a:t>
            </a:r>
            <a:r>
              <a:rPr sz="2800" cap="all"/>
              <a:t> caps</a:t>
            </a:r>
          </a:p>
          <a:p>
            <a:pPr marL="342900" indent="-342900">
              <a:defRPr sz="2400"/>
              <a:buClr>
                <a:srgbClr val="E53935"/>
              </a:buClr>
              <a:buFont typeface="Wingdings"/>
              <a:buChar char="Ø"/>
            </a:pPr>
            <a:r>
              <a:t>Wingdings bullet with colour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